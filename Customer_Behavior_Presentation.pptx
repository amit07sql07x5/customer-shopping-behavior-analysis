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ADE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5C1E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Gender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Loyalty Tier Breakdown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85C1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5C1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New
(≤10 purchases)</c:v>
                  </c:pt>
                  <c:pt idx="1">
                    <c:v>Regular
(11-30)</c:v>
                  </c:pt>
                  <c:pt idx="2">
                    <c:v>Loyal
(30+)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1247</c:v>
                </c:pt>
                <c:pt idx="1">
                  <c:v>1836</c:v>
                </c:pt>
                <c:pt idx="2">
                  <c:v>817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B0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D7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DEBD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Fall</c:v>
                  </c:pt>
                  <c:pt idx="1">
                    <c:v>Spring</c:v>
                  </c:pt>
                  <c:pt idx="2">
                    <c:v>Winter</c:v>
                  </c:pt>
                  <c:pt idx="3">
                    <c:v>Summer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60018</c:v>
                </c:pt>
                <c:pt idx="1">
                  <c:v>58679</c:v>
                </c:pt>
                <c:pt idx="2">
                  <c:v>58607</c:v>
                </c:pt>
                <c:pt idx="3">
                  <c:v>55777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40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end-to-end data analytics using Python, MySQL, and Power BI on a retail customer shopping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E6091">
              <a:alpha val="7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Portfolio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MySQL  •  Power 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ctr" indent="0" marL="0">
              <a:buNone/>
            </a:pPr>
            <a:r>
              <a:rPr lang="en-US" sz="13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Trends  |  3,900 Records  |  21 Features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A6B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transformed 3,900 records using Python &amp; pandas. Fixed nulls, renamed columns, added segments.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data into MySQL. Wrote 10 business queries on segments, loyalty, revenue &amp; purchase drivers.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2874A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dashboard with KPI cards, bar charts, pie charts &amp; slicers for stakeholder insights.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F618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Presentation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findings, business recommendations &amp; presented key insights to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customer shopping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records analyzed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purchase amount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26864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 average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23444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03136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 stars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subscribers  •  73% non-subscribers  •  Payment: PayPal, Credit Card &amp; Cash most used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 revenue — nearly 45% of total sales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8076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$104,264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943600" y="205740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$74,200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2194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943600" y="283464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$36,093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0" y="361188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807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3931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$18,524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8952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&amp; Loyalty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account for 67.7% of revenue — Loyal customers spend the most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5156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Revenue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consistent across seasons — Fall leads slightly at $60,018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1E6091"/>
          </a:solidFill>
          <a:ln/>
        </p:spPr>
      </p:sp>
      <p:sp>
        <p:nvSpPr>
          <p:cNvPr id="6" name="Text 3"/>
          <p:cNvSpPr/>
          <p:nvPr/>
        </p:nvSpPr>
        <p:spPr>
          <a:xfrm>
            <a:off x="626364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generates highest revenue at $60,018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is lowest but only 7.6% below Fall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distribution suggests year-round demand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season dominates — stable business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to grow revenue and customer loyalty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2E86C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Clothing &amp; Accessories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drive 76.5% of revenue. Invest in wider inventory, seasonal promotions, and targeted ads for these segments.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A6B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19272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Subscription 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9272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are subscribers. Introduce loyalty rewards, exclusive discounts, and early access deals to convert non-subscribers.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11430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7064" y="1234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7064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Male Shoppers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920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generate 67.7% of revenue. Create personalized campaigns and bundle deals to retain and upsell this high-value segment.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F618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063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3355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Fall Season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is the highest revenue season. Launch premium collections and marketing campaigns ahead of Fall to maximize peak season sales.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2874A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9272" y="3063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19272" y="3355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Footwear &amp; Outerwear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9272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categories underperform at 23.5% combined. Introduce trend-driven designs and cross-sell with Clothing &amp; Accessories.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297180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A6B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27064" y="3063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27064" y="3355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Payment Options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3749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PayPal, Credit Card &amp; Cash are equally popular. Ensure seamless checkout across all methods and introduce Buy Now Pay Later.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2286000"/>
          </a:xfrm>
          <a:prstGeom prst="roundRect">
            <a:avLst>
              <a:gd name="adj" fmla="val 6000"/>
            </a:avLst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&amp; Accessories drive 76.5% of total revenue — the core business categories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 67.7% of revenue — a key demographic to retain and grow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revenue is stable — business is resilient with slight Fall peak at $60,018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are subscribers — huge growth opportunity through loyalty programs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of $59.76 with 3.75 rating — solid foundation for upselling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3520440"/>
            <a:ext cx="6400800" cy="1234440"/>
          </a:xfrm>
          <a:prstGeom prst="roundRect">
            <a:avLst>
              <a:gd name="adj" fmla="val 8889"/>
            </a:avLst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3611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data analytics workflow: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395020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→  MySQL  →  Power BI  →  Business Insights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2026-06-14T04:13:08Z</dcterms:created>
  <dcterms:modified xsi:type="dcterms:W3CDTF">2026-06-14T04:13:08Z</dcterms:modified>
</cp:coreProperties>
</file>